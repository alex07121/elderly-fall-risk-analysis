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NOISE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Features Hurts — Alex vs Combo</a:t>
            </a:r>
            <a:endParaRPr lang="en-US" sz="3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256032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2194560"/>
                <a:gridCol w="2377440"/>
                <a:gridCol w="2286000"/>
              </a:tblGrid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Missed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✅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D32F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⚠️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5-fold · same test set · same LR model — ONLY difference: +4 engineered features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846320"/>
            <a:ext cx="5486400" cy="15544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937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 FEATURES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5440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WORSE: -0.5% acc, -0.7% recall, 1 HIGH missed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17920" y="4846320"/>
            <a:ext cx="5394960" cy="1554480"/>
          </a:xfrm>
          <a:prstGeom prst="rect">
            <a:avLst/>
          </a:prstGeom>
          <a:solidFill>
            <a:srgbClr val="0F3D4C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4937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WHY?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309360" y="54406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— polypharmacy r=0.75 with med_poly_interaction → redundant = noise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6537960"/>
            <a:ext cx="11064240" cy="320040"/>
          </a:xfrm>
          <a:prstGeom prst="rect">
            <a:avLst/>
          </a:prstGeom>
          <a:solidFill>
            <a:srgbClr val="E2F2EE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5379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 ≠ better — the extra 4 engineered features are NOISE, not signal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Noise Detection — Alex vs Combo</dc:title>
  <dc:subject>PptxGenJS Presentation</dc:subject>
  <dc:creator>PptxGenJS</dc:creator>
  <cp:lastModifiedBy>PptxGenJS</cp:lastModifiedBy>
  <cp:revision>1</cp:revision>
  <dcterms:created xsi:type="dcterms:W3CDTF">2026-08-28T07:06:41Z</dcterms:created>
  <dcterms:modified xsi:type="dcterms:W3CDTF">2026-08-28T07:06:41Z</dcterms:modified>
</cp:coreProperties>
</file>