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Shortage → Phase 2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C4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4480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SHORTAGE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84%  ·  recall 93%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— NOT satisfied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NOT fair (different splits)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prove no overfitting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set for tuning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4754880" cy="731520"/>
          </a:xfrm>
          <a:prstGeom prst="rect">
            <a:avLst/>
          </a:prstGeom>
          <a:solidFill>
            <a:srgbClr val="FDE7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90% acc + 95% recall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31089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28090"/>
                </a:solidFill>
              </a:rPr>
              <a:t>→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39496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7E4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645920"/>
            <a:ext cx="109728" cy="4480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IMPROVEMENTS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56032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91.5%  ·  recall 100%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ACHIEVED — promise kept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(same folds/split/test)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no overfitting (1% gap · ±1.1% · SHAP stable)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Alex 14 features + Kero validation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766560" y="5120640"/>
            <a:ext cx="4754880" cy="7315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PROMISE KEPT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vs Phase 2 — Shortage to Improvement</dc:title>
  <dc:subject>PptxGenJS Presentation</dc:subject>
  <dc:creator>PptxGenJS</dc:creator>
  <cp:lastModifiedBy>PptxGenJS</cp:lastModifiedBy>
  <cp:revision>1</cp:revision>
  <dcterms:created xsi:type="dcterms:W3CDTF">2026-08-28T07:35:55Z</dcterms:created>
  <dcterms:modified xsi:type="dcterms:W3CDTF">2026-08-28T07:35:55Z</dcterms:modified>
</cp:coreProperties>
</file>