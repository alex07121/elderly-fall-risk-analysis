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EXPLAINABILITY — LIME · PERMUTATION · SHAP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Methods, One Clear Answer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43000"/>
          </a:xfrm>
          <a:prstGeom prst="rect">
            <a:avLst/>
          </a:prstGeom>
          <a:solidFill>
            <a:srgbClr val="0F3D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ABSOLUTE CONSENSUS — ALL 3 METHODS AGREE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high_risk_medication   </a:t>
            </a:r>
            <a:pPr indent="0" marL="0">
              <a:buNone/>
            </a:pPr>
            <a:r>
              <a:rPr lang="en-US" sz="13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(LIME 0.226 · Perm 0.122 · SHAP 1.73)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#2  cognitive_impairment   </a:t>
            </a:r>
            <a:pPr indent="0" marL="0">
              <a:buNone/>
            </a:pPr>
            <a:r>
              <a:rPr lang="en-US" sz="1300" dirty="0">
                <a:solidFill>
                  <a:srgbClr val="BD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(top-2 in every method)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ALL 3 METHODS AGREE 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291840"/>
            <a:ext cx="82296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High-risk medication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 #1 in LIME, Permutation AND SHAP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3291840"/>
            <a:ext cx="35661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3291840"/>
            <a:ext cx="82296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26280" y="3566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3547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Cognitive impairment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top-2 across every method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3291840"/>
            <a:ext cx="3657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0" y="3291840"/>
            <a:ext cx="82296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35661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0" y="3566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52560" y="3547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Polypharmacy + TUG = useless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5256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rank them near-bottom — weak predictors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METHODS DISAGREE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578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5257800"/>
            <a:ext cx="82296" cy="123444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532120"/>
            <a:ext cx="640080" cy="64008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532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5920" y="5513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bed exits — 6th (LIME) vs 3rd (SHAP/Perm)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45920" y="5989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LIME's local linear view misses non-linear interactions that SHAP/Permutation capture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17920" y="5257800"/>
            <a:ext cx="5394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E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5257800"/>
            <a:ext cx="82296" cy="123444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5532120"/>
            <a:ext cx="640080" cy="64008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5532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15200" y="5513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Polypharmacy NEGATIVE in Permutation (−0.009)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15200" y="5989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E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it IMPROVES accuracy → pure noise / multicollinearity — drop it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3-Way Explainability — Distilled</dc:title>
  <dc:subject>PptxGenJS Presentation</dc:subject>
  <dc:creator>PptxGenJS</dc:creator>
  <cp:lastModifiedBy>PptxGenJS</cp:lastModifiedBy>
  <cp:revision>1</cp:revision>
  <dcterms:created xsi:type="dcterms:W3CDTF">2026-08-14T23:56:14Z</dcterms:created>
  <dcterms:modified xsi:type="dcterms:W3CDTF">2026-08-14T23:56:14Z</dcterms:modified>
</cp:coreProperties>
</file>