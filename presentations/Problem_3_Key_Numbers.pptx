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GLOBAL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Falls Among the Elderly — A Growing Crisis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566160" cy="3291840"/>
          </a:xfrm>
          <a:prstGeom prst="rect">
            <a:avLst/>
          </a:prstGeom>
          <a:solidFill>
            <a:srgbClr val="123B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45.7M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falls globally in 2021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(adults 65+)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4983480"/>
            <a:ext cx="3017520" cy="320040"/>
          </a:xfrm>
          <a:prstGeom prst="rect">
            <a:avLst/>
          </a:prstGeom>
          <a:solidFill>
            <a:srgbClr val="0A2A3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 2021 · npj Aging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2103120"/>
            <a:ext cx="3566160" cy="3291840"/>
          </a:xfrm>
          <a:prstGeom prst="rect">
            <a:avLst/>
          </a:prstGeom>
          <a:solidFill>
            <a:srgbClr val="123B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43,020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800600" y="3840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died from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in 2024 (US)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92040" y="4983480"/>
            <a:ext cx="3017520" cy="320040"/>
          </a:xfrm>
          <a:prstGeom prst="rect">
            <a:avLst/>
          </a:prstGeom>
          <a:solidFill>
            <a:srgbClr val="0A2A3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 Injury Facts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3566160" cy="3291840"/>
          </a:xfrm>
          <a:prstGeom prst="rect">
            <a:avLst/>
          </a:prstGeom>
          <a:solidFill>
            <a:srgbClr val="123B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595360" y="3840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death rate increased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→ 2024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983480"/>
            <a:ext cx="3017520" cy="320040"/>
          </a:xfrm>
          <a:prstGeom prst="rect">
            <a:avLst/>
          </a:prstGeom>
          <a:solidFill>
            <a:srgbClr val="0A2A3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Falls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5760720"/>
            <a:ext cx="11155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607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are the leading cause of injury death in 65+  ·  and the rate is rising every year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Problem — 3 Key Numbers</dc:title>
  <dc:subject>PptxGenJS Presentation</dc:subject>
  <dc:creator>PptxGenJS</dc:creator>
  <cp:lastModifiedBy>PptxGenJS</cp:lastModifiedBy>
  <cp:revision>1</cp:revision>
  <dcterms:created xsi:type="dcterms:W3CDTF">2026-08-28T08:08:50Z</dcterms:created>
  <dcterms:modified xsi:type="dcterms:W3CDTF">2026-08-28T08:08:50Z</dcterms:modified>
</cp:coreProperties>
</file>